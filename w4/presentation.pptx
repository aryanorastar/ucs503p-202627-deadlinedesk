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097280" cy="73152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7E1A"/>
                </a:solidFill>
                <a:latin typeface="Calibri"/>
              </a:rPr>
              <a:t>THAPAR INSTITUTE OF ENGINEERING AND TECHNOLOGY  ·  UCS503P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DeadlineDesk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7DEE7"/>
                </a:solidFill>
                <a:latin typeface="Georgia"/>
              </a:rPr>
              <a:t>A Campus Web System for Placement Rounds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D7DEE7"/>
                </a:solidFill>
                <a:latin typeface="Georgia"/>
              </a:rPr>
              <a:t>and Academic Assignment Deadlines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Project Proposal Presentation  ·  Week 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Aryan Gupta (1024030764)  ·  Aksh Goyal (1024030766)  ·  Naveen Bansal (1024030767)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4D2"/>
                </a:solidFill>
                <a:latin typeface="Calibri"/>
              </a:rPr>
              <a:t>Submitted to: Dr. Raghav B. Venkataramaiyer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Three-sentence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Placement rounds and assignment cutoffs are scattered across WhatsApp, Drive folders, and LMS notices.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DeadlineDesk unifies a Placement Track and an Academic Dropbox in one role-based web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1247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09728" cy="123444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616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E5A6A"/>
                </a:solidFill>
                <a:latin typeface="Calibri"/>
              </a:rPr>
              <a:t>Students complete checklists and submissions on time; TAs apply late policy consistently; progress is measurable.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Why the project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Placement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Company rounds tracked in sheets and 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Document checklists are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Reminders are ad-hoc; windows are missed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Academic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Submissions via Drive or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Late policy applied manually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Grade and late status lack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E5A6A"/>
                </a:solidFill>
                <a:latin typeface="Calibri"/>
              </a:rPr>
              <a:t>Stakeholders: students, teaching assistants / faculty, placement coordinators.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2 ·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SMART outcomes for the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Primary goal: a working, testable deadline system by Week 7; design depth and quality for 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O1  Role-based auth for Student, TA/Faculty, Placement Admin (with login tests)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437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O2  Placement path: company / round → document checklist → T−24h reminder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92424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O3  Academic path: assignment + late policy → submit → late flag → similarity stub → 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05656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702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O4  ≥ 5 automated tests; 100% agreement with late-policy rules on a fixed suite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18888"/>
            <a:ext cx="11247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C2433"/>
                </a:solidFill>
                <a:latin typeface="Calibri"/>
              </a:rPr>
              <a:t>O5  CI on every push; MkDocs documentation site via GitHub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3 ·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DeadlineDesk — two modules, one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557784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Shared core: Auth · Roles · Deadlines · Documents · Reminders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3949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394960" cy="457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Placement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Companies and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Document checklists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Reminder schedule (T−72h / T−24h)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743200"/>
            <a:ext cx="53949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5394960" cy="457200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Academic Dropbox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Assignments with late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File submit and late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•  Similarity stub and TA 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Architecture, stack, and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92608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832104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90472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01368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74520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Responsive web UI (student, TA, 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29260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Application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185416"/>
            <a:ext cx="832104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258568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Auth, CRUD, status transitions, reminder hooks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4261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Domain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569464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42616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Rounds, checklists, submissions, grades,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292608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66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Persistence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953512"/>
            <a:ext cx="832104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026664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PostgreSQL (SQLite for early prototype)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2926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337560"/>
            <a:ext cx="8321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410712"/>
            <a:ext cx="8183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Pytest/Jest · GitHub Actions CI · MkDocs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Stack: Django or Next.js (chosen by delivery speed). Similarity check is an explicit stub.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Primary metric: On-time Completion Rate (OTCR) from database timestamps.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Secondary: late-policy test agreement, reminder effectiveness, TA turnaround.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Distinct from CaseRoom (interview scoring) and College Mentorship (mentor matching).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5 ·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Team roles and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2004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219456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904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85216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904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Primary responsibility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3200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Aryan Gupta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801368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18745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801368"/>
            <a:ext cx="5852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2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Architecture, CI/CD, Placement Track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85416"/>
            <a:ext cx="32004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5856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Aksh Goyal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185416"/>
            <a:ext cx="219456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25856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185416"/>
            <a:ext cx="585216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25856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Academic Dropbox, late-policy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9464"/>
            <a:ext cx="3200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4261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Naveen Bansal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569464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264261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1024030767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569464"/>
            <a:ext cx="5852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642616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UI flows, documentation site, demo 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Emails: agupta15_be24@thapar.edu · agoyal2_be24@thapar.edu · nbansal3_be24@thapar.edu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Budget: no external funding. GitHub Actions, Pages, and open-source stack only.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No specialised laboratory hardware. Staging on free-tier hosting.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Repository: github.com/aryanorastar/ucs503p-202627-deadlinedesk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E5A6A"/>
                </a:solidFill>
                <a:latin typeface="Calibri"/>
              </a:rPr>
              <a:t>Project page: aryanorastar.github.io/ucs503p-202627-deadlinedesk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7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6 ·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Anticipated issues and mitigations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1148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17320"/>
            <a:ext cx="7132320" cy="384048"/>
          </a:xfrm>
          <a:prstGeom prst="rect">
            <a:avLst/>
          </a:prstGeom>
          <a:solidFill>
            <a:srgbClr val="0B1F3A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4114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Two-module scope creep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01368"/>
            <a:ext cx="7132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20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Shared domain core; thin Week-7 paths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41148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Reminder delivery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85416"/>
            <a:ext cx="7132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58568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Persist reminder log first; email later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4114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426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Over-expectation on similarity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569464"/>
            <a:ext cx="7132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642616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Document as stub in SRS; TA decides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411480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26664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Uneven team velocity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953512"/>
            <a:ext cx="7132320" cy="384048"/>
          </a:xfrm>
          <a:prstGeom prst="rect">
            <a:avLst/>
          </a:prstGeom>
          <a:solidFill>
            <a:srgbClr val="F5EBD7"/>
          </a:solidFill>
          <a:ln>
            <a:solidFill>
              <a:srgbClr val="C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026664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433"/>
                </a:solidFill>
                <a:latin typeface="Calibri"/>
              </a:rPr>
              <a:t>Rebalance roles after Week-7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UCS503P · Project Proposal · 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C47E1A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