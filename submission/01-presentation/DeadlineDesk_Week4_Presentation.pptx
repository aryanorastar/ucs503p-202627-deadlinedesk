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f0aa6c3c1a49dc" /><Relationship Type="http://schemas.openxmlformats.org/officeDocument/2006/relationships/extended-properties" Target="/docProps/app.xml" Id="R39d9597799b94952" /><Relationship Type="http://schemas.openxmlformats.org/officeDocument/2006/relationships/officeDocument" Target="/ppt/presentation.xml" Id="Ra399df34f36246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de87af4e7d4a41"/>
  </p:sldMasterIdLst>
  <p:notesMasterIdLst>
    <p:notesMasterId xmlns:r="http://schemas.openxmlformats.org/officeDocument/2006/relationships" r:id="R41207f52141d4f1f"/>
  </p:notesMasterIdLst>
  <p:sldIdLst>
    <p:sldId xmlns:r="http://schemas.openxmlformats.org/officeDocument/2006/relationships" id="256" r:id="Ra8971a0b68244311"/>
    <p:sldId xmlns:r="http://schemas.openxmlformats.org/officeDocument/2006/relationships" id="257" r:id="R0f58a122e93c4842"/>
    <p:sldId xmlns:r="http://schemas.openxmlformats.org/officeDocument/2006/relationships" id="258" r:id="R2c835634e0cd437f"/>
    <p:sldId xmlns:r="http://schemas.openxmlformats.org/officeDocument/2006/relationships" id="259" r:id="Rfb75e42b45614b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d491332e09457c" /><Relationship Type="http://schemas.openxmlformats.org/officeDocument/2006/relationships/slideMaster" Target="/ppt/slideMasters/slideMaster1.xml" Id="R01de87af4e7d4a41" /><Relationship Type="http://schemas.openxmlformats.org/officeDocument/2006/relationships/notesMaster" Target="/ppt/notesMasters/notesMaster1.xml" Id="R41207f52141d4f1f" /><Relationship Type="http://schemas.openxmlformats.org/officeDocument/2006/relationships/presProps" Target="/ppt/presProps.xml" Id="R43294264b23f472a" /><Relationship Type="http://schemas.openxmlformats.org/officeDocument/2006/relationships/tableStyles" Target="/ppt/tableStyles.xml" Id="R9db46a36418f44cc" /><Relationship Type="http://schemas.openxmlformats.org/officeDocument/2006/relationships/slide" Target="/ppt/slides/slide1.xml" Id="Ra8971a0b68244311" /><Relationship Type="http://schemas.openxmlformats.org/officeDocument/2006/relationships/slide" Target="/ppt/slides/slide2.xml" Id="R0f58a122e93c4842" /><Relationship Type="http://schemas.openxmlformats.org/officeDocument/2006/relationships/slide" Target="/ppt/slides/slide3.xml" Id="R2c835634e0cd437f" /><Relationship Type="http://schemas.openxmlformats.org/officeDocument/2006/relationships/slide" Target="/ppt/slides/slide4.xml" Id="Rfb75e42b45614b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57557cadf746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98600c1817422d" /><Relationship Type="http://schemas.openxmlformats.org/officeDocument/2006/relationships/notesMaster" Target="/ppt/notesMasters/notesMaster1.xml" Id="Rf3b6b70d1c054e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d2282852e24aaa" /><Relationship Type="http://schemas.openxmlformats.org/officeDocument/2006/relationships/notesMaster" Target="/ppt/notesMasters/notesMaster1.xml" Id="R32e1058118fd47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abb4218c954773" /><Relationship Type="http://schemas.openxmlformats.org/officeDocument/2006/relationships/notesMaster" Target="/ppt/notesMasters/notesMaster1.xml" Id="R53698a1e93b14b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ff056d5d3248d6" /><Relationship Type="http://schemas.openxmlformats.org/officeDocument/2006/relationships/notesMaster" Target="/ppt/notesMasters/notesMaster1.xml" Id="R63d9d6bbb7584f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2b7f00d694f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3db8a0599a4492" /><Relationship Type="http://schemas.openxmlformats.org/officeDocument/2006/relationships/slideLayout" Target="/ppt/slideLayouts/slideLayout1.xml" Id="R8e690cf2219f48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690cf2219f48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6564e2abf4b44" /><Relationship Type="http://schemas.openxmlformats.org/officeDocument/2006/relationships/image" Target="/ppt/media/image.png" Id="Ra3dadcd9a65849ef" /><Relationship Type="http://schemas.openxmlformats.org/officeDocument/2006/relationships/notesSlide" Target="/ppt/notesSlides/notesSlide1.xml" Id="R025845bf27ff4c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996f50f394552" /><Relationship Type="http://schemas.openxmlformats.org/officeDocument/2006/relationships/image" Target="/ppt/media/image2.png" Id="R2378a4ab994d4040" /><Relationship Type="http://schemas.openxmlformats.org/officeDocument/2006/relationships/notesSlide" Target="/ppt/notesSlides/notesSlide2.xml" Id="R9d0fce49225344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f084b275f405c" /><Relationship Type="http://schemas.openxmlformats.org/officeDocument/2006/relationships/image" Target="/ppt/media/image3.png" Id="R85b9c2f15b394c13" /><Relationship Type="http://schemas.openxmlformats.org/officeDocument/2006/relationships/notesSlide" Target="/ppt/notesSlides/notesSlide3.xml" Id="Ra42441b43e3349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1e4a329634d85" /><Relationship Type="http://schemas.openxmlformats.org/officeDocument/2006/relationships/image" Target="/ppt/media/image4.png" Id="R665a6133df964eb2" /><Relationship Type="http://schemas.openxmlformats.org/officeDocument/2006/relationships/notesSlide" Target="/ppt/notesSlides/notesSlide4.xml" Id="R58e2a54490ff47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adcd9a65849ef"/>
          <a:stretch xmlns:a="http://schemas.openxmlformats.org/drawingml/2006/main"/>
        </p:blipFill>
        <p:spPr>
          <a:xfrm xmlns:a="http://schemas.openxmlformats.org/drawingml/2006/main">
            <a:off x="6350" y="0"/>
            <a:ext cx="121793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44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8a4ab994d4040"/>
          <a:stretch xmlns:a="http://schemas.openxmlformats.org/drawingml/2006/main"/>
        </p:blipFill>
        <p:spPr>
          <a:xfrm xmlns:a="http://schemas.openxmlformats.org/drawingml/2006/main">
            <a:off x="6350" y="0"/>
            <a:ext cx="121793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07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9c2f15b394c13"/>
          <a:stretch xmlns:a="http://schemas.openxmlformats.org/drawingml/2006/main"/>
        </p:blipFill>
        <p:spPr>
          <a:xfrm xmlns:a="http://schemas.openxmlformats.org/drawingml/2006/main">
            <a:off x="6350" y="0"/>
            <a:ext cx="121793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499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a6133df964eb2"/>
          <a:stretch xmlns:a="http://schemas.openxmlformats.org/drawingml/2006/main"/>
        </p:blipFill>
        <p:spPr>
          <a:xfrm xmlns:a="http://schemas.openxmlformats.org/drawingml/2006/main">
            <a:off x="6350" y="0"/>
            <a:ext cx="121793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41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2026-09-01T02:56:52.2230000Z</dcterms:created>
  <dcterms:modified xsi:type="dcterms:W3CDTF">2026-09-01T02:56:52.2230000Z</dcterms:modified>
</coreProperties>
</file>